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3639-7A73-4560-9724-F50AE8BD9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10624-6054-44CD-8025-F5CE59B3A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5F805-0E68-4B2F-B6FA-B29031E2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CBB60-1047-4FD2-8AD1-FCCB5BEF4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81383-A05D-4C75-A6E6-B0F2452C5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09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8F987-4D55-4FDB-9A83-66F89328A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1D7AC-83B9-4A7A-AC15-8B5323DDD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47DAC-9EF6-4075-AE04-23A1209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AC3-D995-440C-A678-F98C70E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68273-217A-4691-AF72-EF909F73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93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59B4-F4ED-46C6-87D9-662727709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8CF02-A5A7-4B38-809E-8C38F31C8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3AD8-E30B-4DF5-9591-D0EDB2736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B20AC-918E-4757-BEBC-58FB2F23A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B9090-619D-4C67-AFCB-9BEBCBBD4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768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B4E7-F7EF-43C5-B32F-FD4AFAF57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F42BD-B2AA-435C-AACB-D0F3A3B14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89C80-FBB6-478C-86BF-21543840D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CA573-3804-42AC-90A7-E0F412B26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86DC4-0B0D-4526-AF18-7FB10062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2E676-73DB-4327-B157-E573712E5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21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80F9F-62A7-441D-921D-BB3F7A9AF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4D553-1509-49DD-BCC3-2250F9DE9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E951A-0CE2-46BF-890E-E53ADD859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02A35-3F64-4F4F-B7E0-65CE9ECBC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BE32DF-74E8-4139-AD5E-26CEC15D0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E90BF-E88E-415D-A395-BD86ED245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4BC56-9F12-4691-81D9-5642F6E97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D01DCE-F5E5-4526-878F-A8CBB3604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57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67FA9-3AB3-4C82-B34D-E9A2CE12A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399051-55B0-43CE-9920-BBD72F77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0CD9FF-E10A-47AF-84D4-8164C387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8C76-A79D-43C8-91A0-AA0AA7CC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038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1989AF-DCF1-4D5C-A257-F062B688B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CF019-F3A2-4B93-900C-535C8965A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215C4-3C19-4EEE-8C9E-5B5150BA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5424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B659-C4EB-4BDC-8A07-8ABC53A78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E1A7B-8A37-4CF5-98E0-C3C892C2C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05861-04D5-4D43-B6D1-42FC69099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9ECB6-3692-4918-A34E-2A68DAB5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69079-C19A-4966-BE47-9A1D4CEB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83147-39DF-4C1C-B537-B79CAAD4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57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88E95-0257-44DF-923E-83C3F58B6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E121D-C6EA-4C8B-8B6A-C46F4E973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C9E78-FD25-490B-8113-A2090DA02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FE8D2-9C15-4989-96A5-F3B9A2BEB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3B26-1200-405B-A389-E6DE79E34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2A43B-83C2-42EE-90A8-09DD2FFBD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28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3211-7D5C-4CE9-B8DD-D88F017B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ADDDC-BD2F-47C8-9D4A-772EA9740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E6357-6966-4CC9-A3E4-C5A201116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0ABA9-5C31-4332-B2D0-47A53022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B3F59-36A6-42BC-A590-35C475CF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866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75168-4F28-4FE6-9D08-1ACE149110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956EE-23A7-419A-B887-AA6FDAF02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57B70-AC2E-4692-B4B7-C8AE3AE5B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7AC3D-23CA-4C19-ADB6-20FDE9692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7EF1E-5C2E-4145-8E45-CDF2D041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639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829F4-A0AE-4E89-AE4A-4AEB28DB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46B6D-F657-42C1-98D3-19E56A85E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DA4A2-33DD-4E7D-A4FA-B7DB5596B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9BE34-5D42-492C-9A89-CDC7055B61B4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1715B-D079-4F80-8352-D3991D2D2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8D9AF-AB64-4755-A448-BD33AB22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8A4E2-57DE-419B-B83A-A9BDFAC729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83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A78B-B1D6-4E3A-A33B-3ED11C7DE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Flow</a:t>
            </a:r>
            <a:endParaRPr lang="pt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ED3AD-6E58-4E47-B2A3-B118E5948D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Exemplo de uso</a:t>
            </a:r>
          </a:p>
        </p:txBody>
      </p:sp>
    </p:spTree>
    <p:extLst>
      <p:ext uri="{BB962C8B-B14F-4D97-AF65-F5344CB8AC3E}">
        <p14:creationId xmlns:p14="http://schemas.microsoft.com/office/powerpoint/2010/main" val="1216443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Projeto Git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Git Flow</dc:title>
  <dc:creator>Administrator</dc:creator>
  <cp:lastModifiedBy>Laboratório FIAP</cp:lastModifiedBy>
  <cp:revision>1</cp:revision>
  <dcterms:created xsi:type="dcterms:W3CDTF">2026-04-07T14:25:07Z</dcterms:created>
  <dcterms:modified xsi:type="dcterms:W3CDTF">2026-04-07T14:25:27Z</dcterms:modified>
</cp:coreProperties>
</file>